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44" d="100"/>
          <a:sy n="144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1:1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578 1623 24575,'9'60'0,"0"0"0,-1-10 0,3 4 0,7 11 0,5 9 0,-3-2-3277,-6-4 0,-3-1 0,2 1 2780,5 4 1,3 1-1,-4 2 497,-5 9 0,-4 2 0,0-1-130,1-5 1,0 0 0,-2-3 129,0 20 0,-3-3 253,-3-4 0,-2-7-253,1-27 0,0-2-423,4 1 0,0-1 423,5 44 0,1-4 0,4-23 0,-5 9 0,6-9 0,1 0 0,-7 8 2088,3-14 0,-2 3-2088,-7-7 0,-1 1 1659,6 25 0,0 3-1659,-7-1 0,-2-2 0,1-19 0,0 0 488,0 12 0,0-2-488,0-22 0,0-2 0,0 8 0,0 0 0,0-6 0,0 1 0,0 5 0,0 0 0,0-7 0,0-1 0,0 1 0,0 0 0,0-1 0,0 2 848,0 10 0,0 2-848,0 2 0,0-1-3081,0-4 1,0-2 3080,0-9 0,0 0 0,0 9 0,0 2 0,0 0 0,0 2 630,0 16 0,0 2-630,0-8 0,0-1 0,0 0 0,0-5 0,0 25 0,0-42 0,0-3 0,0 7 6784,0 0-6784,0-17 0,-10-3 0,8 0 0,-8-13 0,10 13 0,-4-23 0,13-4 0,15-7 0,28-4 0,20 0 0,-1 0 0,8 0 0,-18 0 0,18 0 0,-19 0 0,9 0 0,12 0-812,6 0 812,-32 0 0,-1 0 0,17 0 0,16 7 0,-32 2 0,17 0 0,-20-2 0,-7-12 0,-6 3 0,10-10 0,9 4 0,0 0 0,0 1 0,0 1 0,11-3 0,2 1 0,23-8 0,-39 11 0,2-1-2986,4-3 0,5-1 2986,28-7 0,6-1 0,-8 5 0,3 1-906,-13 2 0,4 1 0,1 2 906,-1 2 0,0 2 0,3 0 0,-14 3 0,2 0 0,1 0 0,0 0-696,5 0 0,0 0 0,1 0 1,1 0 695,4 0 0,1 0 0,0 0 0,-2 0 0,-3 0 0,-1 0 0,-1 0 0,0 0 0,1 0 0,0 0 0,-2 0 0,-3 0-347,7 0 0,-3 0 0,-3 0 347,-4 0 0,-2 0 0,-5 0 1660,-1 0 1,-6 0-1661,-5 0 0,-5 0 0,3 0 2593,9 0-2593,-31 0 4440,14 0-4440,-9 0 2548,-8 0-2548,-1 0 424,9-9-424,4 6 0,0-6 0,12 9 0,-29 0 0,20 0 0,-14 0 0,-6 0 0,-4 0 0,-6 0 0,0 0 0,1-4 0,11-3 0,-9 2 0,11-1 0,-8 6 0,0 0 0,-18-9 0,-41-39 0,11 11 0,-4-4 0,1-4 0,5-30-888,7 22 1,-1-5 887,-1-12 0,0-3 0,-1 0 0,1 0 0,-2-5 0,2-1 0,4 8 0,0 1 0,-3-1 0,0 0 0,2-7 0,1-1 0,-1 6 0,2 0 0,2 0 0,4-11-771,5 14 0,1-12 0,2-6 0,1 0 0,-1 6 771,1-1 0,0 4 0,0-1 0,0-7 0,-1 4 0,-1-8 0,0-3 0,-1 0 0,0 4 0,1 6 0,-2-7 0,1 5 0,-1 4 0,0 2 0,-2-11 0,1 4 0,-1-1 0,2-2 0,0 0 0,1-1 0,2-6 0,1-2 0,1-1 0,-1 21 0,0 0 0,0 0 0,0-2 0,0-6 0,0-1 0,0-1 0,0-1 0,0-5 0,1-2 0,-1 1 0,-1 2 0,-1 11 0,-1 2 0,-1 1 0,1-1 0,-1-5 0,1-1 0,-1 0 0,1 5 0,-2-8 0,0 5 0,0 4-919,-1-13 1,1 5 918,4-1 0,2 5-469,-1 26 0,0 3 469,0-6 0,0 3 752,0-26-752,0-9 0,0 12 0,0 0 1664,0 28 1,0 0-1665,0-41 2281,0 5-2281,0 34 1431,9 17-1431,-6 16 612,10-3-612,-21 16 0,-8 6 0,-34 4 0,-25 0 0,21 0 0,-3 0 0,-6 0 0,-2 0 0,-5 0 0,-1 0 0,1 0 0,-2 0 0,-6 0 0,-1 0 0,6 0 0,1 0 0,-7 0 0,0 0 0,9 0 0,-1 0 0,-3 0 0,-9 0-911,0 0 0,-13 0 1,-6 0-1,2 0 911,18 0 0,0 0 0,-1 0 0,-2 0 0,-3 0-930,-4 0 1,-3 0-1,-3 0 1,-1 0-1,2 0 1,3 0 929,-5 0 0,1 0 0,2 0 0,3 0 0,1 0-631,-8 0 1,3 0 0,2 0 0,1 0 630,10 0 0,0 0 0,3 0 0,1 0-513,-11 0 0,3 0 1,1 0 512,0 0 0,1 0 0,2 0 0,11 0 0,2 0 0,-1 0 0,0 0 0,1 0 0,-2 0 0,-5 0 0,-1 0 0,0 0 0,-1 0 0,0 0 0,0 0 0,-2 0 0,0 0 0,6 0 0,-2 0 0,7 0 554,2 0 0,14 0-554,29 0 4116,-12 0-4116,17 0 3585,-1 0-3585,6 0 0,-31 0 0,25 0 0,-43 0 3419,40 0-3419,-20 0 1051,5 0-1051,-9 0 0,-9 0 0,16 0 0,40 6 0,15 7 0,27 6 0,5 7 0,7 9 0,0-11 0,5 10 0,-25-9 0,17 13 0,-26-16 0,16 9 0,-7-16 0,-6 8 0,11 1 0,-19 5 0,-4-11 0,-1 20 0,-8-12 0,6 16 0,-6-17 0,2 18 0,-3-16 0,-4 20 0,0 10 0,0-14 0,0 7 0,0-5 0,0-3 0,0-1 0,0 13 0,0-21 0,0 14 0,0-17 0,0 15 0,0-3 0,0 16 0,0-17 0,0 13 0,0-21 0,0 6 0,0 16 0,0-27 0,0 35 0,0-30 0,0 13 0,0-15 0,0 14 0,0-12 0,0 13 0,0-8 0,0-7 0,11 5 0,-8-13 0,8 5 0,-1-6 0,-8-1 0,7 1 0,-9-7 0,0 0 0,4-7 0,1 1 0,10 6 0,-9-9 0,3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1:51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22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1198 24575,'58'-29'0,"-17"13"0,24-19 0,-37 25 0,28-25 0,-17 15 0,-6 5 0,31-19 0,-41 24 0,31-18 0,-27 3 0,-1 14 0,20-21 0,-32 29 0,32-29 0,-8 5 0,-2-3 0,15-12 0,-20 27 0,14-43 0,-13 44 0,9-29 0,-23 38 0,16-13 0,-26 7 0,9-10 0,-13 10 0,6 1 0,6 6 0,13-7 0,-6-2 0,0 0 0,13-10 0,0 14 0,33-28 0,-9 12 0,20-7 0,3 9 0,-35 10 0,2 0 0,4 0 0,1-2 0,7-4 0,0-1-211,1 5 1,2 1 210,5-2 0,1 2 0,-5 4 0,-5 1 0,24-2 0,-17 3 0,-38 8 0,17-13 0,-14 0 0,-1-2 0,-12 5 0,12 10 0,9 0 0,1 0 421,22 0-421,-19 0 0,14-11 0,-12 2 0,0-10 0,2 5 0,19-1 0,-7 0 0,8 6 0,-11 3 0,-17 6 0,-3 0 0,-17 0 0,1 0 0,6 0 0,7 0 0,3 0 0,-3 0-6784,-7 0 6784,21 0 0,-5 0 0,35 0 0,-18 0 0,7 0 0,-19 0 0,18 0 6784,-5 0-6784,20 0 0,-29 0 0,2 0-1065,2 0 1,1 0 1064,12 0 0,2 0 0,-5 0 0,7 0 0,15 0 0,12 1 0,-3-2 0,-14-3 0,-2-1 0,3 1 0,-9 3 0,4 1 0,-2 0 0,-5-2 0,-1-2 0,-4-1 0,-8 2 0,-6 2 0,-7 2 0,18-1 0,-28 0 0,-21 0 0,-2 0 0,1 0 0,1 0 2129,5 0-2129,0 0 0,1 0 0,6 0 0,-10 0 0,25 0 0,-23 0 0,18 0 0,-17 0 0,8 0 0,-12 0 0,11 0 0,-12 0 0,5 0 0,0 0 0,1 0 0,-7 0 0,0 0 0,-1 0 0,2 0 0,5 0 0,1 0 0,-1 0 0,-5 0 0,20 6 0,-22 0 0,22 1 0,-20-3 0,5-4 0,1 10 0,-1-8 0,0 7 0,1-9 0,-1 0 0,-9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46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2037 215 24575,'-33'-12'0,"-6"-3"0,22 10 0,-11-2 0,12 3 0,-5 4 0,-1 0 0,1 0 0,-17-13 0,3 10 0,-5-10 0,9 13 0,15 0 0,-4-5 0,10 0 0,-5-4 0,-3 0 0,-8 4 0,-12 1 0,5 4 0,2 0 0,9 0 0,1 0 0,-1 0 0,-6 0 0,10 0 0,-26 0 0,29 0 0,-22 0 0,21 0 0,-5 0 0,-1 0 0,-9 0 0,-2 0 0,-1 0 0,3-10 0,16 8 0,-9-8 0,7 10 0,-9 0 0,-3-5 0,6-1 0,-22-11 0,21 10 0,-13-10 0,18 15 0,-8-6 0,-4 8 0,0 0 0,3-10 0,6 8 0,1-8 0,-1 10 0,1 0 0,-1 0 0,1 0 0,-1 0 0,1 0 0,-1 0 0,1 0 0,-6 37 0,-18 12 0,17-6 0,0 2 0,-22 15 0,15-16 0,3-4 0,5-11 0,-12 18 0,19-28 0,-6 7 0,2-2 0,-7 7 0,15-15 0,0 11 0,5-2 0,0 0 0,4 2 0,3-11 0,-2 13 0,-1 1 0,0 8 0,2 0 0,5-8 0,0-1 0,0-8 0,0 17 0,0-13 0,0 13 0,0-17 0,0 1 0,5 6 0,6-5 0,1 1 0,2-10 0,1 0 0,0 2 0,17 15 0,-14-13 0,19 8 0,-29-11 0,28 12 0,-2 17 0,2-18 0,5 13 0,-25-33 0,-2 9 0,8 1 0,-9 0 0,30-3 0,-10 26 0,8-27 0,-7 28 0,-11-16 0,-1-6 0,8 6 0,9-5 0,10 2 0,3 5 0,-12-11 0,-10-5 0,11 19 0,11-22 0,-4 32 0,25-24 0,-29-2 0,40 21 0,-21-16 0,12 7 0,-17-12 0,-17-4 0,13 7 0,-21-4 0,50 1 0,-36-13 0,36 0 0,-6 15 0,-5-12 0,0 12 0,-11-15 0,-35 0 0,11 0 0,-15 0 0,-1 0 0,-5 0 0,23-22 0,-27 7 0,30-35 0,-39 24 0,10-11 0,-13 15 0,0-16 0,0 18 0,0-32 0,0 16 0,-12-13 0,10-7 0,-10 7 0,12 7 0,0-12 0,0 29 0,0-21 0,0 7 0,0-1 0,0 0 0,0-5 0,0 20 0,0-13 0,0 16 0,0 1 0,0 0 0,0-1 0,-4 6 0,-6-4 0,-1 4 0,-5-5 0,1-1 0,4 6 0,-10-4 0,11 10 0,-10-10 0,10 14 0,-10-9 0,10 10 0,-11-10 0,6-1 0,-14-2 0,11 4 0,-4 3 0,13 2 0,-12-2 0,9 2 0,-10-1 0,13 1 0,0 0 0,-13-2 0,10 2 0,-6-7 0,14-16 0,0 12 0,-1-11 0,0 17 0,-4-10 0,4 7 0,-2-11 0,3 12 0,4-5 0,0-1 0,0 7 0,0 0 0,-10 1 0,8-2 0,-8-13 0,10 6 0,0-6 0,-11 0 0,8 6 0,-8-6 0,11 17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0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24575,'0'41'0,"0"12"0,0 9 0,0 8 0,0 4-1921,0 21 0,0 0 1921,0-23 0,0-2 0,0 8 0,0 1 0,0-6 0,0-1 0,0 0 0,0-1 0,0-6 0,0-6-452,0 11 452,0 7 0,0-51 0,0 19 980,0-22-980,0 0 0,0-3 0,0-4 1879,0 5-1879,0 0 1435,4-5-1435,34-6 0,0-6 0,42-4 0,-9-7 0,23 5-6784,4-13 6784,-44 10 0,1 0-4537,43-13 4537,-4 1 0,-12 10 0,15 13 0,-31-1 0,15 8 0,-22-13 0,1 0 0,8 0 0,-27 0 4537,-3 0-4537,-17 0 0,8 0 0,1 0 0,1 0 0,14 0 0,-20 0 0,13 0 0,-1 0 0,-11 0 6784,11 0-6784,1 0 0,-18 0 0,10 0 0,-15 0 0,0 0 0,34 0 0,-5 0 0,35 0 0,5 0-618,-30 0 0,3 0 618,6 0 0,2 0 0,7 0 0,-3 0 0,14 0 0,-16 0 0,-45 0 0,12 0 0,25 0 0,2 0 0,8 0 0,-28 0 1236,13 0-1236,-29 0 0,13 0 0,-17 0 0,17 0 0,-13 0 0,29 0 0,-28 0 0,11 0 0,-15 0 0,-1 0 0,0 0 0,-5-4 0,-5-33 0,-8 7 0,-3-60 0,0-2 0,0 37 0,0-3 0,0-4 0,0 0 0,0-35 0,10 29 0,-8 12 0,8 26 0,-10-1 0,0-14 0,0 20 0,0-13 0,0 0 0,0 13 0,0-29 0,0 28 0,0-12 0,0 17 0,0 0 0,0-1 0,0 1 0,0-1 0,4 6 0,-13 6 0,-15 6 0,-2-6 0,-38 8 0,28-13 0,-41 13 0,25-3 0,-40 5 0,43 0 0,-2 0-3392,-12 0 0,-2 0 3392,-6 0 0,1 0 0,11 0 0,3 0-5,-42 0 5,29 0 0,20 5 0,-7 3 0,7 6 0,7-6 0,-22 13 0,9-3 0,-17 0 0,13 2 0,3-12 0,-4 6 0,-24 11 0,-1 1 0,1 0 0,5-3 6781,18-1-6781,9-7 0,7 10 0,5-11 0,-9 5 0,-9-11 0,0 5 8,0-5-8,-11 7 0,25-6 0,-21-2 0,40-7 0,-13 0 0,17 0 0,5 0 0,1 0 0,1 0 0,-2 0 0,0 0 0,-11 0 0,2 6 0,4 4 0,4 8 0,13-2 0,-1-6 0,-4-6 0,0-4 0,0 0 0,-5 0 0,3 0 0,-16 0 0,9 0 0,-10 0 0,6 0 0,1 0 0,5 0 0,1 0 0,1 0 0,-2 0 0,-6 0 0,7 0 0,-13 0 0,3 0 0,-13 0 0,0 0 0,0 0 0,8 0 0,-15 0 0,19 0 0,-12 0 0,17 0 0,5 0 0,2 0 0,-1-10 0,-1 8 0,-5-17 0,-1 17 0,10-8 0,3 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12.33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15 24575,'37'-6'0,"16"4"0,18-4 0,23 6 0,-39 0 0,2 0 0,5 0 0,3 0 0,5 0 0,1 0 0,1 0 0,-2 0 0,-12 0 0,-1 0 0,-2 0 0,-2 0 0,18 0 0,-2 0 0,-11 0 0,-7 0 0,3 0 0,26 0-287,-26 0 1,0 0 286,14 0 0,-32 3 0,-5 2 0,-17 0 0,2-1 0,5-4 0,-5 0 0,11 0 143,-9 0 0,1 0 0,-9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20.3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6209 2040 24575,'-57'0'0,"-5"-27"-9831,-1 1 8341,13-17 4308,12 20-2818,-2-2 1719,5 12-1719,-22-29 0,30 35 0,-41-44 6784,33 40-6784,-16-22 0,15 19 0,6-3 0,-21-12 0,-9 11 0,-15-20 0,-7 19 0,-12-13 0,8 6 0,40 9 0,-2-1 0,-11-5 0,0-1 0,0-1 0,1 0 0,4 8 0,-2-2 0,-20-12 0,8 2 0,18 16 0,-6-22 0,0-4 0,2 10 0,-14-29 0,-11 26-2262,1 12 1,-18-1 0,-2-2 2261,24 3 0,-1-2 0,-2 0 0,-2 0 0,1 2 0,-4 1 0,-2 0 0,2 0 0,3-1-340,-9-5 0,3-2 1,3 2-1,2 1 340,-8 1 0,3 1 0,3 1 0,14 3 0,2-1 0,-3-1 0,-17-6 0,-4-2 0,3 0 0,13 0 0,2 0 0,-4-1 0,4 5 0,-3 1 0,-2-1 0,4 0-181,-10-7 1,2-1-1,1 4 181,-2 4 0,0 3 0,7 0 0,-4-5 0,6-1 0,6-1 0,7 2 0,-6-7 0,5 3 5843,23 8-5843,15 16 1943,0-3-1943,8 4 0,-7 0 0,-22 1 0,-19 18 0,-8 3 0,-21 17 0,45-8 0,-9-3 0,29-7 899,2-5-899,-6 5 0,7 9 0,9-7 0,8 9 0,3-11 0,4 5 0,0 0 0,0-5 0,0-2 0,0 1 0,0 1 0,0-1 0,0 13 0,4-16 0,3 22 0,11 0 0,-10-1 0,5 4 0,-13-15 0,0-7 0,0 0 0,0-1 0,0 18 0,0-12 0,0 16 0,0-26 0,0 10 0,0-10 0,0 18 0,0-11 0,0 12 0,0-13 0,0 11 0,0-9 0,0 10 0,0-6 0,0-7 0,0 13 0,0-11 0,0 12 0,0-8 0,0 1 0,0-1 0,0 0 0,0 1 0,0-1 0,0 1 0,0-1 0,0 0 0,0-5 0,0 11 0,0-9 0,0 11 0,0-8 0,0 0 0,0 1 0,0-1 0,0 0 0,0 1 0,0-1 0,0 0 0,-4-5 0,-6-5 0,-6-7 0,-5-4 0,-1 0 0,6-4 0,-4-7 0,10 1 0,-5-5 0,10-15 0,1 15 0,4-15 0,0 15 0,0-1 0,4 0 0,23 6 0,-7 15 0,12 2 0,-5 9 0,-15-11 0,35 22 0,-32-17 0,41 25 0,-42-24 0,17 7 0,-10-2 0,-9-9 0,16 14 0,-13-19 0,1 11 0,-1-8 0,-7 4 0,1 0 0,3-41 0,8-10-6784,-9-29 6784,10 2 0,-14 11 0,5 21 0,-1 6 0,6 0 0,-10 11 0,10-12 1696,-12 18 0,0 9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23.29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81 24575,'10'-22'0,"-4"7"0,14 4 0,12-6 0,-6 14 0,11-10 0,-15 13 0,-1 0 0,0 0 0,1 0 0,-7 0 0,0 0 0,-1 0 0,2 0 0,5 0 0,1 0 0,-7 0 0,0 0 0,-1 0 0,2 0 0,5 0 0,-9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35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2196 24575,'-30'0'0,"-10"-29"0,-2 12 0,-12-51 0,25 13 0,3 5 0,11-13 0,15 27 0,-11-13 0,8-18 0,-8 32 0,0-21 0,8 6 0,-8 7 0,11-40 0,0 29 0,0-20 0,0 32 0,0-3 0,18-12 0,0 4 0,10-22 0,-7 17 0,0 0 0,3-11 0,2 25 0,-9-4 0,5 10 0,-6-4 0,6-7 0,-4 15 0,-2-3 0,0 19 0,1-20 0,-2 20 0,1-10 0,-10 13 0,9-14 0,-4 5 0,1 1 0,8 3 0,-14 4 0,10-12 0,-6 4 0,2 1 0,-1 3 0,12-6 0,-9 2 0,27-17 0,-17 17 0,2-1 0,-6 5 0,5-6 0,-10 2 0,8-2 0,-6 4 0,-8 12 0,11-6 0,-19 11 0,3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15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2942 360 24575,'-31'-20'0,"-2"0"0,-4-5 0,-11 14 0,-4-21 0,-6 16 0,9-11 0,-17-4 0,23 16 0,-14-11 0,26 24 0,6-26 0,10 19 0,-8-8 0,-2 1 0,-13 14 0,7-10 0,-5 7 0,5-2 0,-16-1 0,5 3 0,2 5 0,14 0 0,-1-11 0,2 8 0,-13-8 0,8 11 0,1 0 0,-9 0 0,-4 0 0,-16 0 0,16 0 0,-3 0 0,15 0 0,-1 0 0,2 0 0,1 0 0,10 0 0,-26 0 0,24 0 0,-34 0 0,13 12 0,-1 1 0,-12 2 0,12 8 0,-16-7 0,16 0 0,-12-3 0,29-4 0,-20-1 0,5 16 0,13-11 0,-17 0 0,19 3 0,-5-4 0,-6 7 0,-7 21 0,2-16 0,2 12 0,-1 5 0,-10 10 0,-10 11 0,17-11 0,19-27 0,-11 23 0,13-21 0,1 18 0,-12-1 0,17-9 0,-40 30 0,43-29 0,-39 21 0,42-25 0,-16 8 0,16-21 0,-12 36 0,15-32 0,-19 34 0,23-33 0,-18 6 0,6 8 0,-4 5 0,-2 16 0,7-9 0,6 6 0,2-22 0,6 21 0,0-29 0,-13 29 0,10-21 0,-10 6 0,13-10 0,0 9 0,0-3 0,0 5 0,0-10 0,0-8 0,8 26 0,6-4 0,19 28 0,-15-35 0,33 15 0,-27-31 0,38 33 0,-28-36 0,23 24 0,-22-19 0,32 1 0,-9 27 0,2-31 0,-1 23 0,-10-21 0,20 9 0,2 0 0,0-7 0,9 0 0,-9-2 0,-12-9 0,0 0 0,22 11 0,-28-15 0,-1-2 0,16 7 0,-23-12 0,19 5 0,-22-7 0,16 0 0,0 0 0,0 0 0,-1 0 0,1 0 0,-16 0 0,-4 0 0,-10 0 0,3 0 0,7 0 0,19 0 0,-14-5 0,17-16 0,-13 4 0,-2-24 0,2 19 0,-14-10 0,6-1 0,-8 13 0,1-10 0,13 9 0,-23-8 0,14 2 0,-8-11 0,-8 6 0,15-28 0,-13 9 0,-4-9 0,-5 4 0,-1 7 0,-8-9 0,8 16 0,-12-3 0,0 27 0,0-9 0,0 11 0,0-5 0,0-1 0,0 6 0,0 2 0,0-1 0,0-1 0,0 1 0,0-13 0,0 3 0,12-13 0,-4 0 0,10 0 0,-11-9 0,-1-2 0,-6-9 0,0 9 0,13-7 0,-4 7 0,19-9 0,-19 17 0,4-4 0,-13 21 0,0 1 0,0 3 0,0 4 0,0-5 0,0-1 0,0 1 0,4 5 0,1 1 0,0-15 0,-1 10 0,-4-18 0,0 17 0,0-1 0,0-16 0,0 13 0,0-13 0,0 17 0,0-1 0,0 1 0,0-5 0,0 9 0,0-16 0,0 15 0,5-30 0,1 28 0,0-17 0,8 21 0,-12-6 0,8 10 0,-10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16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1510 1 24575,'-38'0'0,"-8"0"0,13 9 0,-5-6 0,17 6 0,-1 1 0,-7-8 0,6 12 0,0-9 0,-5 7 0,16-3 0,-15 7 0,11-10 0,-5 13 0,-1-7 0,1 0 0,-1-3 0,6-9 0,-35 33 0,11-12 0,-16 24 0,2-17 0,34-11 0,-18 13 0,21-17 0,0 9 0,-13 3 0,17-12 0,-17 7 0,14-7 0,-12 1 0,10-2 0,-10 9 0,13-19 0,-7 17 0,6-13 0,2 9 0,-1-10 0,5 2 0,-10 4 0,10-1 0,-18 6 0,1 9 0,-14 4 0,-5 25 0,17-24 0,2 0 0,13-16 0,-12 7 0,2 3 0,2 7 0,-16 10 0,21-15 0,-15 15 0,13-19 0,17 15 0,-17-11 0,3 28 0,3-29 0,1 13 0,12-1 0,0 5 0,-10 0 0,8 3 0,-8-22 0,10 22 0,29 0 0,-9 13 0,17-18 0,-20-13 0,-21-14 0,41-65 0,-8 19 0,23-28 0,-20 32 0,-23 29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19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24575,'8'69'0,"-6"-30"0,19 38 0,-10-12 0,5-17 0,1 4 0,-6 4 0,-1 2 0,4 4 0,0-1 0,3 37 0,-7-31 0,-2-2 0,-8-40 0,3 7 0,2-18 0,0 1 0,9 0 0,-12 7 0,13 6 0,-8 3 0,4-6 0,-1-3 0,-5-8 0,3-4 0,-1 17 0,-2-9 0,4 5 0,-4-9 0,0 1 0,3-5 0,-3 4 0,0-5 0,-1 0 0,-1 0 0,15 7 0,2-27 0,18-1 0,-18-14 0,13-20 0,-16 26 0,-2-17 0,4 15 0,-12 6 0,7 2 0,-9 5 0,-1 0 0,-4-32 0,0 18 0,4-16 0,6 30 0,4-28 0,11-8 0,-14-5 0,15-4 0,-12 29 0,0-6 0,7 2 0,-19 13 0,17-4 0,-17 4 0,17 5 0,-16-16 0,10 27 0,-8-16 0,17 9 0,-9-6 0,10-17 0,-17 6 0,0 1 0,-1-4 0,6 19 0,3-26 0,8 13 0,-2-17 0,-2 13 0,3 7 0,-14 14 0,2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39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1485 24575,'40'-33'0,"0"0"0,1 13 0,4-17 0,-4 3 0,-21 27 0,10-11 0,-15 13 0,-5-3 0,6-10 0,-1 10 0,2-19 0,8-1 0,-3 12 0,15-39 0,-12 48 0,3-22 0,-8 29 0,-5-10 0,23-5 0,-5-3 0,26-19 0,-9 13 0,22-15 0,-12 9 0,9 6 0,-11 3 0,10 5 0,-29 4 0,25 4 0,-44-1 0,12 4 0,-12-10 0,-10 4 0,18-5 0,5 11 0,0-1 0,12 1 0,-26-14 0,25-3 0,5 1 0,2-3 0,16 21 0,-8-15 0,2 16 0,8-12 0,-12 6 0,-8-6 0,7-6 0,-7 4 0,1 1 0,5 1 0,38-4 0,-13 4 0,3 1 0,-17 7 0,0 2 0,12-2 0,1 2 0,-8 3 0,-1 2 0,-6-1 0,-1 0 0,7 0 0,-2 0 0,22 0 0,4 0 0,0 0 0,-27 0 0,-14 0 0,-1 0 0,9 0 0,-9 0 0,-24 9 0,-9-6 0,9 6 0,-1 8 0,19-7 0,-21 8 0,3-12 0,1-6 0,-11 0 0,9 0 0,-11 0 0,-1 0 0,13 0 0,-11 0 0,28 0 0,-19 0 0,19 0 0,-15 0 0,1 0 0,13 0 0,-2 0 0,7 0 0,-2 0 0,-17 0 0,-1 0 0,9 0 0,-6 0 0,8 0 0,-4 0 0,-13 0 0,13 0 0,-6-12 0,-5 9 0,19-8 0,-24 6 0,44-3 0,4-15 0,-19 5 0,2-1 0,36-10 0,-20-8 0,-29 28 0,-17-1 0,1 10 0,15 0 0,-11 0 0,28-13 0,-22-1 0,15-13 0,-16 13 0,-8-2 0,-9 12 0,0-1 0,2 1 0,13-8 0,1-2 0,1-9 0,-2 9 0,-8-5 0,0 17 0,1-8 0,-1 1 0,0 6 0,17-19 0,-13 18 0,29-21 0,-28 21 0,19-14 0,-28 12 0,18 0 0,-23 2 0,15 4 0,-4-6 0,-5 1 0,9-2 0,-11 3 0,-1 0 0,0-1 0,-1 0 0,-4-2 0,5 2 0,-7-4 0,1 0 0,5-6 0,-3 9 0,3-3 0,0 9 0,-3 0 0,16 0 0,-10 0 0,3 0 0,-11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26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24575,'0'63'0,"0"3"0,0-17 0,0 9 0,0 0 0,0 0 0,0-9 0,0 6-9831,0-15 8341,0 0 4308,0-11-2818,0-8 1719,9 0-1719,-6 1 0,6-1 0,-9 0 6784,0 1-6784,0-1 0,0 0 0,0 1 0,0-1 0,0 0 0,0 1 0,0-1 0,0 8 0,0-6 0,0 13 0,0-3 0,0-2 0,0 16 0,0-22 0,4 7 0,14-21 0,26-7 0,19 10 0,8-10 0,21 10 0,-18-14 0,-15 0 0,3 0 0,-12 0 0,0 0 0,12 0 0,0 0 0,36 0 0,-15 0 0,-30 0 0,-9 0 0,-20 0 0,4 0 0,-6 0 0,-1 0 0,0 0 0,1 0 0,-1 0 0,0 0 0,1 0 0,-1 0 0,1 0 0,-1 0 0,0 0 0,1 0 0,-1 0 0,0 0 0,1 0 0,-1 0 0,-3-17 0,-8 9 0,-4-46 0,-6 31 0,0-25 0,0 19 0,0-1 0,0-17 0,0 14 0,0-21 0,0 28 0,0-6 0,0 5 0,0-7 0,0-15 0,0-9 0,0-11 0,0 17 0,0-5 0,0 10 0,0-12 0,0 15 0,-4 3 0,-1 26 0,0 1 0,-3 3 0,3-3 0,1 5 0,0 0 0,0 0 0,-1 0 0,-4 0 0,0 1 0,0-1 0,0 0 0,0 0 0,-12-2 0,8 2 0,-30 2 0,16 3 0,-13 4 0,4 0 0,5 0 0,-16 13 0,-2-3 0,-9 11 0,-10 1 0,7-5 0,-8 12 0,11-13 0,0-1 0,-9 0 0,23-12 0,-4 6 0,27 1 0,-1-8 0,1 8 0,5-10 0,1 0 0,-6 5 0,9 1 0,-16 0 0,12-2 0,-5-4 0,-1 0 0,6 0 0,-4 0 0,10 0 0,-10 0 0,4 0 0,-5 0 0,-1 0 0,1 0 0,-1 0 0,1 0 0,-1 0 0,1 0 0,-1 0 0,1 0 0,9 0 0,2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2:29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1009 24575,'47'-20'0,"-7"5"-9831,39-7 8341,-2-2 412,-17 9 1,4-1 1077,-3-3 0,6 0-293,14 1 0,12 1 0,-6 1 293,7-2 0,0 1-214,-6 0 0,6 0 1,-11 2 213,-13 4 0,-9 1 2716,20-10-2716,-25 7 4062,-33 2-4062,13-3 6074,-18 3-6074,25-7 0,-7 8 0,22-5 0,11 2 0,14-6 0,-28 1 0,2-2 0,6 0 0,1-1 0,6-3 0,2-1 770,-2 0 0,1 0-770,7-6 0,1-2 0,-6 1 0,-1 0 0,2 0 0,-5 2 0,16-11 0,-34 48 0,-38-10 0,14 29 0,20-41 0,24-3 0,0-13 0,9 13 0,-9 5 604,11-1-604,0 10 0,-11-11 0,-11 10 0,-5 3 0,5-3 0,1 5 0,-9 0 0,-14 0 0,-1 0 0,-11 0 0,11 0 0,-21-4 0,8-1 0,9 0 0,-4 1 0,9 4 0,-17 0 0,0 0 0,1 0 0,-1 0 0,-9-10 0,7 8 0,-7-8 0,17 22 0,-6 0 0,5 11 0,-12-11 0,11 9 0,-15-19 0,23 21 0,-17-16 0,12 23 0,-14-22 0,6 9 0,-10 0 0,2-9 0,3 10 0,-2-5 0,1-10 0,0-11 0,-15-5 0,-19-43 0,8 47 0,-2-35 0,14 55 0,11-16 0,-8 10 0,4-1 0,0 6 0,-3-4 0,2 8 0,-3-5 0,4 0 0,0 0 0,7 12 0,-6-13 0,6 9 0,-7-17 0,13 6 0,-14 5 0,12 0 0,-15 4 0,4-6 0,0-1 0,0 1 0,-1 0 0,1 0 0,0-1 0,0 1 0,-5-4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3:03:52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3:35:26.9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46891-79C8-8C42-A264-D9976EDAD437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BDD14-9723-B244-8056-9E1892E31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4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7BDD14-9723-B244-8056-9E1892E312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6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3847-1D6B-523C-4AA8-3734AB3E9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157FE-5FDB-AF4E-6020-7FC610A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F59E1-F098-875C-C553-3CF5640D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26AD4-22D6-C9AF-8657-7DDF7394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BA764-85B8-C0C0-DAE0-2CC9337A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3C5B2-DDDF-08A5-68AE-624D5F41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F5B4-3CFC-6102-8C98-A13D786D1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1F74F-BC03-0C03-5C19-0590978E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FE90-614A-E7A9-EE0A-09C9F131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2ED15-E127-8380-23F4-48E81961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4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6696-7FE7-C5C1-5127-318B55DA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38E03-3239-45C9-7880-C11815B7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88363-29B8-402E-7342-92B4072A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2A60-079C-8926-A14D-16965957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0FDBC-9CB6-57C2-2EE3-01789183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C517-51B3-E004-B58D-4F5CE51A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5703-80EF-D47F-E690-8545FCEF1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4A2A3-8B49-A413-211A-31F261643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528A6-BE47-10F5-E84A-899C7EEA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7BAC8-1375-F36E-CA0B-BA353A47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27CFE-CD4B-7262-5AC3-20571D3C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6A15-4136-B3CB-EF0C-0DF2279F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F31DA-5158-E385-7DE3-5A2DE20A0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5F87-B516-6E42-6C3F-1A80B36FB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5BEDB-A02D-D74F-1AE9-94F960DF7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C624B1-CDBD-4B3E-4C49-35A17A779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A8504-06B9-9947-BC03-BB447383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EB0A7-6724-6A23-F7A2-035E162B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C6E2BE-87E4-E3CA-9846-60ACBD759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0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6348-D7F2-13CA-43ED-15E6690E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4BCEE-4103-2975-DE2F-6D4CDE82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286F5-2B6D-3CA7-43F3-6635CEA1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A24A9-0656-10B8-1875-E355CFBC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3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A1401-FF64-644D-8241-2BE26CFF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5022B4-81FE-013A-1122-72344F06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8B097-6EB9-5989-D3D6-CEFB92F6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0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60B5-138A-05BE-5B32-3A5D431E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2F2F6-186E-A945-9620-8D1419F98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4250F-109D-0F26-1559-D3225880D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9DC75-BCB5-4468-C5A6-E656C60A5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A1C3C-47D2-817B-08BE-B52A5374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0255C-9104-315A-C18D-F3498C5C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3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D661-6D77-9C8F-0C68-6F6E2D6F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6411A-6623-A0BD-3F5D-79C835099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F7F5B-6D35-1BF7-E3DC-5E5E12A5E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33A69-7E84-8AEA-5657-33ACBCBD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36C11-BE8E-2922-B866-63B0A25C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C5742-489A-FDC2-273F-58A0E2B1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7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EF14-AF5C-CAED-9F51-F98CA8CB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D2047-C5E1-F7C8-AEB6-7FE68C67B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7A6CA-5920-64E2-A7C7-01B83E9A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B8F86-E3F5-971F-D72D-9122ED22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8F43-25FB-6E53-AA6D-1C9730F4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0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6651B-24E3-EE38-7DDD-CD57A5DA7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F97A1-9312-6D59-D6F5-3244F7D2E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9AB4A-250A-04FE-72E2-B0F0642A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120FA-FD1D-C1B4-CB6B-DC08523A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B0409-7D8B-CC7C-5D00-9FFF309F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4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4FDB4-6B6F-C592-4CB0-AA44F0F8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7A52C-3A33-BB51-121E-A23C8ADFC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2492-24B4-0663-98CC-F7FF26694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0428C-B2E7-3E4C-BEA2-61A621D3A559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ECEA2-F6BB-D90B-90E6-7903D9DBB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BC3-41AD-19A9-7404-0F28E486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559E1-91F3-F648-B481-9FFE18060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1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1" Type="http://schemas.openxmlformats.org/officeDocument/2006/relationships/image" Target="../media/image25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F74C-FA01-C837-1D0C-2E663C641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28379"/>
          </a:xfrm>
        </p:spPr>
        <p:txBody>
          <a:bodyPr/>
          <a:lstStyle/>
          <a:p>
            <a:r>
              <a:rPr lang="en-US" dirty="0"/>
              <a:t>ASCII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80791-CFCF-9A1B-119A-84F273F69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28379"/>
            <a:ext cx="9144000" cy="51528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Full Stack</a:t>
            </a:r>
          </a:p>
          <a:p>
            <a:endParaRPr lang="en-US" dirty="0"/>
          </a:p>
          <a:p>
            <a:r>
              <a:rPr lang="en-US" dirty="0"/>
              <a:t>BIOS-POST-Boot</a:t>
            </a:r>
          </a:p>
          <a:p>
            <a:endParaRPr lang="en-US" dirty="0"/>
          </a:p>
          <a:p>
            <a:r>
              <a:rPr lang="en-US" dirty="0"/>
              <a:t>Desktop</a:t>
            </a:r>
          </a:p>
          <a:p>
            <a:r>
              <a:rPr lang="en-US" dirty="0"/>
              <a:t>CUI – GUI</a:t>
            </a:r>
          </a:p>
          <a:p>
            <a:r>
              <a:rPr lang="en-US" dirty="0"/>
              <a:t>Character user interface</a:t>
            </a:r>
          </a:p>
          <a:p>
            <a:r>
              <a:rPr lang="en-US" dirty="0"/>
              <a:t>Graphic user interface</a:t>
            </a:r>
          </a:p>
          <a:p>
            <a:r>
              <a:rPr lang="en-US" dirty="0"/>
              <a:t>1(A)---------------2</a:t>
            </a:r>
          </a:p>
          <a:p>
            <a:r>
              <a:rPr lang="en-US" dirty="0"/>
              <a:t>Arpanet</a:t>
            </a:r>
          </a:p>
          <a:p>
            <a:r>
              <a:rPr lang="en-US" dirty="0"/>
              <a:t>Internet </a:t>
            </a:r>
            <a:r>
              <a:rPr lang="en-US" dirty="0" err="1"/>
              <a:t>tcp</a:t>
            </a:r>
            <a:r>
              <a:rPr lang="en-US" dirty="0"/>
              <a:t>/</a:t>
            </a:r>
            <a:r>
              <a:rPr lang="en-US" dirty="0" err="1"/>
              <a:t>ip</a:t>
            </a:r>
            <a:endParaRPr lang="en-US" dirty="0"/>
          </a:p>
          <a:p>
            <a:r>
              <a:rPr lang="en-US" dirty="0"/>
              <a:t>www – world wide web</a:t>
            </a:r>
          </a:p>
          <a:p>
            <a:r>
              <a:rPr lang="en-US" dirty="0"/>
              <a:t>Html – hyper text markup language</a:t>
            </a:r>
          </a:p>
          <a:p>
            <a:r>
              <a:rPr lang="en-US" dirty="0"/>
              <a:t>http – hyper text transfer protocol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0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199B-5090-0260-0827-98B7D6D3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602F7-0722-970C-CD38-DB09A0841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 – year exp ( free)</a:t>
            </a:r>
          </a:p>
          <a:p>
            <a:r>
              <a:rPr lang="en-US" dirty="0"/>
              <a:t>2- year job (10,000/-) – 1,20,000 P.A.</a:t>
            </a:r>
          </a:p>
          <a:p>
            <a:r>
              <a:rPr lang="en-US" dirty="0"/>
              <a:t>3- year job (15,000/-) </a:t>
            </a:r>
          </a:p>
          <a:p>
            <a:r>
              <a:rPr lang="en-US" dirty="0"/>
              <a:t>3 year exp</a:t>
            </a:r>
          </a:p>
          <a:p>
            <a:r>
              <a:rPr lang="en-US" dirty="0"/>
              <a:t>4 year</a:t>
            </a:r>
          </a:p>
          <a:p>
            <a:r>
              <a:rPr lang="en-US" dirty="0"/>
              <a:t>5 year</a:t>
            </a:r>
          </a:p>
          <a:p>
            <a:r>
              <a:rPr lang="en-US" dirty="0"/>
              <a:t>6 year – 1 </a:t>
            </a:r>
            <a:r>
              <a:rPr lang="en-US" dirty="0" err="1"/>
              <a:t>cr</a:t>
            </a:r>
            <a:endParaRPr lang="en-US" dirty="0"/>
          </a:p>
          <a:p>
            <a:r>
              <a:rPr lang="en-US" dirty="0"/>
              <a:t>7year -1cr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lang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4CD4-EE8E-67E1-1749-6C70667A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98CF2-1422-E086-DDD6-9B4AFCA3A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Git, html, </a:t>
            </a:r>
            <a:r>
              <a:rPr lang="en-US" dirty="0" err="1"/>
              <a:t>css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89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5B9E-CA07-5ACE-D132-831DEB63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8A2AA-59FD-2E0F-42E0-32688450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txt – text</a:t>
            </a:r>
          </a:p>
          <a:p>
            <a:r>
              <a:rPr lang="en-US" dirty="0"/>
              <a:t>Static Website – </a:t>
            </a:r>
            <a:r>
              <a:rPr lang="en-US" dirty="0" err="1"/>
              <a:t>html,css,bootstrp</a:t>
            </a:r>
            <a:r>
              <a:rPr lang="en-US" dirty="0"/>
              <a:t>,</a:t>
            </a:r>
          </a:p>
          <a:p>
            <a:r>
              <a:rPr lang="en-US" dirty="0"/>
              <a:t>Dynamic Website – front end – backend – database (</a:t>
            </a:r>
            <a:r>
              <a:rPr lang="en-US" dirty="0" err="1"/>
              <a:t>fullstack</a:t>
            </a:r>
            <a:r>
              <a:rPr lang="en-US" dirty="0"/>
              <a:t>)</a:t>
            </a:r>
          </a:p>
          <a:p>
            <a:r>
              <a:rPr lang="en-US" dirty="0"/>
              <a:t>Text – hyper – https</a:t>
            </a:r>
          </a:p>
          <a:p>
            <a:r>
              <a:rPr lang="en-US" dirty="0"/>
              <a:t>Hypertext </a:t>
            </a:r>
          </a:p>
          <a:p>
            <a:r>
              <a:rPr lang="en-US" dirty="0"/>
              <a:t>Hyper editor</a:t>
            </a:r>
          </a:p>
          <a:p>
            <a:r>
              <a:rPr lang="en-US"/>
              <a:t>VSCode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8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9BBF-C36A-090D-0F40-CCE8B472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A7307-5627-B5BD-2864-429FFC42D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– file – text (.doc), table(.</a:t>
            </a:r>
            <a:r>
              <a:rPr lang="en-US" dirty="0" err="1"/>
              <a:t>xls</a:t>
            </a:r>
            <a:r>
              <a:rPr lang="en-US" dirty="0"/>
              <a:t>),image(.jpeg,.</a:t>
            </a:r>
            <a:r>
              <a:rPr lang="en-US" dirty="0" err="1"/>
              <a:t>png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0-women 1-men</a:t>
            </a:r>
          </a:p>
          <a:p>
            <a:endParaRPr lang="en-US" dirty="0"/>
          </a:p>
          <a:p>
            <a:r>
              <a:rPr lang="en-US" dirty="0"/>
              <a:t>Earth,india,rajasthan,Jaipur,chotichopper,ramjigali,h.no3,room1,chair</a:t>
            </a:r>
          </a:p>
          <a:p>
            <a:endParaRPr lang="en-US" dirty="0"/>
          </a:p>
          <a:p>
            <a:r>
              <a:rPr lang="en-US" dirty="0" err="1"/>
              <a:t>Harddisk</a:t>
            </a:r>
            <a:r>
              <a:rPr lang="en-US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13930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83C7C-8080-DDFC-5C67-AE0A1139A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458"/>
            <a:ext cx="10515600" cy="5484505"/>
          </a:xfrm>
        </p:spPr>
        <p:txBody>
          <a:bodyPr numCol="2">
            <a:normAutofit/>
          </a:bodyPr>
          <a:lstStyle/>
          <a:p>
            <a:r>
              <a:rPr lang="en-US" dirty="0"/>
              <a:t>Document</a:t>
            </a:r>
          </a:p>
          <a:p>
            <a:r>
              <a:rPr lang="en-US" dirty="0"/>
              <a:t>Port</a:t>
            </a:r>
          </a:p>
          <a:p>
            <a:r>
              <a:rPr lang="en-US" dirty="0"/>
              <a:t> cloud</a:t>
            </a:r>
          </a:p>
          <a:p>
            <a:r>
              <a:rPr lang="en-US" dirty="0"/>
              <a:t>Text</a:t>
            </a:r>
          </a:p>
          <a:p>
            <a:endParaRPr lang="en-US" dirty="0"/>
          </a:p>
          <a:p>
            <a:r>
              <a:rPr lang="en-US" dirty="0"/>
              <a:t>Server – 24/7 service for client</a:t>
            </a:r>
          </a:p>
          <a:p>
            <a:endParaRPr lang="en-US" dirty="0"/>
          </a:p>
          <a:p>
            <a:r>
              <a:rPr lang="en-US" dirty="0"/>
              <a:t>hypertext</a:t>
            </a:r>
          </a:p>
          <a:p>
            <a:r>
              <a:rPr lang="en-US" dirty="0"/>
              <a:t>.html file</a:t>
            </a:r>
          </a:p>
          <a:p>
            <a:r>
              <a:rPr lang="en-US" dirty="0"/>
              <a:t>http</a:t>
            </a:r>
          </a:p>
          <a:p>
            <a:r>
              <a:rPr lang="en-US" dirty="0"/>
              <a:t>www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16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B01F-341C-4F62-0F83-81A0D1DBA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5107"/>
            <a:ext cx="10515600" cy="5821856"/>
          </a:xfrm>
        </p:spPr>
        <p:txBody>
          <a:bodyPr/>
          <a:lstStyle/>
          <a:p>
            <a:r>
              <a:rPr lang="en-US" dirty="0"/>
              <a:t>File – software</a:t>
            </a:r>
          </a:p>
          <a:p>
            <a:r>
              <a:rPr lang="en-US" dirty="0"/>
              <a:t>Information – website</a:t>
            </a:r>
          </a:p>
          <a:p>
            <a:r>
              <a:rPr lang="en-US" dirty="0" err="1"/>
              <a:t>Txt,audio,vedio</a:t>
            </a:r>
            <a:endParaRPr lang="en-US" dirty="0"/>
          </a:p>
          <a:p>
            <a:r>
              <a:rPr lang="en-US" dirty="0"/>
              <a:t>Extension</a:t>
            </a:r>
          </a:p>
          <a:p>
            <a:r>
              <a:rPr lang="en-US" dirty="0"/>
              <a:t>Txt- notepad – </a:t>
            </a:r>
            <a:r>
              <a:rPr lang="en-US" dirty="0" err="1"/>
              <a:t>abc.txt</a:t>
            </a:r>
            <a:endParaRPr lang="en-US" dirty="0"/>
          </a:p>
          <a:p>
            <a:r>
              <a:rPr lang="en-US" dirty="0"/>
              <a:t>Word – </a:t>
            </a:r>
            <a:r>
              <a:rPr lang="en-US" dirty="0" err="1"/>
              <a:t>abc.doc</a:t>
            </a:r>
            <a:endParaRPr lang="en-US" dirty="0"/>
          </a:p>
          <a:p>
            <a:r>
              <a:rPr lang="en-US" dirty="0" err="1"/>
              <a:t>Powerpoint</a:t>
            </a:r>
            <a:r>
              <a:rPr lang="en-US" dirty="0"/>
              <a:t> – </a:t>
            </a:r>
            <a:r>
              <a:rPr lang="en-US" dirty="0" err="1"/>
              <a:t>abc.ppt</a:t>
            </a:r>
            <a:endParaRPr lang="en-US" dirty="0"/>
          </a:p>
          <a:p>
            <a:r>
              <a:rPr lang="en-US" dirty="0"/>
              <a:t>Audio – </a:t>
            </a:r>
            <a:r>
              <a:rPr lang="en-US" dirty="0" err="1"/>
              <a:t>abc.wav</a:t>
            </a:r>
            <a:r>
              <a:rPr lang="en-US" dirty="0"/>
              <a:t>, abc.mp3</a:t>
            </a:r>
          </a:p>
          <a:p>
            <a:r>
              <a:rPr lang="en-US" dirty="0" err="1"/>
              <a:t>Vedio</a:t>
            </a:r>
            <a:r>
              <a:rPr lang="en-US" dirty="0"/>
              <a:t> – abc.mp4</a:t>
            </a:r>
          </a:p>
          <a:p>
            <a:r>
              <a:rPr lang="en-US" dirty="0"/>
              <a:t>Image – </a:t>
            </a:r>
            <a:r>
              <a:rPr lang="en-US" dirty="0" err="1"/>
              <a:t>abc.jpeg</a:t>
            </a:r>
            <a:r>
              <a:rPr lang="en-US" dirty="0"/>
              <a:t>, </a:t>
            </a:r>
            <a:r>
              <a:rPr lang="en-US" dirty="0" err="1"/>
              <a:t>abc.png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68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BBA6-A554-24D0-0430-D439A491F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862"/>
            <a:ext cx="10515600" cy="5804101"/>
          </a:xfrm>
        </p:spPr>
        <p:txBody>
          <a:bodyPr numCol="2">
            <a:normAutofit/>
          </a:bodyPr>
          <a:lstStyle/>
          <a:p>
            <a:r>
              <a:rPr lang="en-US" dirty="0"/>
              <a:t>Website – information – change </a:t>
            </a:r>
          </a:p>
          <a:p>
            <a:r>
              <a:rPr lang="en-US" dirty="0"/>
              <a:t>Software – change – data</a:t>
            </a:r>
          </a:p>
          <a:p>
            <a:pPr lvl="1"/>
            <a:r>
              <a:rPr lang="en-US" dirty="0"/>
              <a:t>Apple laptop</a:t>
            </a:r>
          </a:p>
          <a:p>
            <a:pPr lvl="1"/>
            <a:r>
              <a:rPr lang="en-US" dirty="0"/>
              <a:t>Microsoft laptop</a:t>
            </a:r>
          </a:p>
          <a:p>
            <a:pPr lvl="1"/>
            <a:r>
              <a:rPr lang="en-US" dirty="0"/>
              <a:t>Android mobile</a:t>
            </a:r>
          </a:p>
          <a:p>
            <a:pPr lvl="1"/>
            <a:r>
              <a:rPr lang="en-US" dirty="0"/>
              <a:t>Ios apple mobile</a:t>
            </a:r>
          </a:p>
          <a:p>
            <a:pPr lvl="1"/>
            <a:r>
              <a:rPr lang="en-US" dirty="0"/>
              <a:t>Watch smart </a:t>
            </a:r>
          </a:p>
          <a:p>
            <a:pPr lvl="1"/>
            <a:r>
              <a:rPr lang="en-US" dirty="0"/>
              <a:t>Tv smart</a:t>
            </a:r>
          </a:p>
          <a:p>
            <a:r>
              <a:rPr lang="en-US" dirty="0"/>
              <a:t>Facebook – website + application = </a:t>
            </a:r>
            <a:r>
              <a:rPr lang="en-US" dirty="0" err="1"/>
              <a:t>webApp</a:t>
            </a:r>
            <a:endParaRPr lang="en-US" dirty="0"/>
          </a:p>
          <a:p>
            <a:r>
              <a:rPr lang="en-US" dirty="0"/>
              <a:t>Website, webapp</a:t>
            </a:r>
          </a:p>
          <a:p>
            <a:r>
              <a:rPr lang="en-US" dirty="0"/>
              <a:t>Responsive </a:t>
            </a:r>
          </a:p>
          <a:p>
            <a:r>
              <a:rPr lang="en-US" dirty="0" err="1"/>
              <a:t>File.html</a:t>
            </a:r>
            <a:endParaRPr lang="en-US" dirty="0"/>
          </a:p>
          <a:p>
            <a:r>
              <a:rPr lang="en-US" dirty="0"/>
              <a:t>File(</a:t>
            </a:r>
            <a:r>
              <a:rPr lang="en-US" dirty="0" err="1"/>
              <a:t>sourceCode</a:t>
            </a:r>
            <a:r>
              <a:rPr lang="en-US" dirty="0"/>
              <a:t>) + domain + hosting</a:t>
            </a:r>
          </a:p>
          <a:p>
            <a:endParaRPr lang="en-US" dirty="0"/>
          </a:p>
          <a:p>
            <a:r>
              <a:rPr lang="en-US" dirty="0"/>
              <a:t>Ip address</a:t>
            </a:r>
          </a:p>
          <a:p>
            <a:r>
              <a:rPr lang="en-US" dirty="0"/>
              <a:t>000.000.000.000 – file</a:t>
            </a:r>
          </a:p>
          <a:p>
            <a:r>
              <a:rPr lang="en-US" dirty="0"/>
              <a:t>Server run – 4 hour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55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DD60-E7F0-8738-FA47-FEFF38C5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File(</a:t>
            </a:r>
            <a:r>
              <a:rPr lang="en-US" dirty="0" err="1"/>
              <a:t>sourceCode</a:t>
            </a:r>
            <a:r>
              <a:rPr lang="en-US" dirty="0"/>
              <a:t>) + domain + hosting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1B68-601B-2A79-116D-6994FD60A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– coding – code editor(Software) – IDE</a:t>
            </a:r>
          </a:p>
          <a:p>
            <a:r>
              <a:rPr lang="en-US" dirty="0"/>
              <a:t>Domain- address – local address - free</a:t>
            </a:r>
          </a:p>
          <a:p>
            <a:pPr lvl="7"/>
            <a:r>
              <a:rPr lang="en-US" dirty="0"/>
              <a:t>Web address – purchase</a:t>
            </a:r>
          </a:p>
          <a:p>
            <a:pPr lvl="7"/>
            <a:endParaRPr lang="en-US" dirty="0"/>
          </a:p>
          <a:p>
            <a:r>
              <a:rPr lang="en-US" dirty="0"/>
              <a:t>Hosting- hard disk – file save 24 hour online</a:t>
            </a:r>
          </a:p>
          <a:p>
            <a:pPr lvl="7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19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6482-4D0F-DA71-3A4E-32CD2155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64D71-B610-4B73-19AF-90FC7297C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- </a:t>
            </a:r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Hosting – file save(24/7 run)</a:t>
            </a:r>
          </a:p>
          <a:p>
            <a:r>
              <a:rPr lang="en-US" dirty="0"/>
              <a:t>Domain – address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– </a:t>
            </a:r>
            <a:r>
              <a:rPr lang="en-US"/>
              <a:t>website- hosting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69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DB36-8B22-A930-8072-62592CBA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GITBash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DF9ACD-22D8-0F65-EE89-499927857716}"/>
                  </a:ext>
                </a:extLst>
              </p14:cNvPr>
              <p14:cNvContentPartPr/>
              <p14:nvPr/>
            </p14:nvContentPartPr>
            <p14:xfrm>
              <a:off x="4832220" y="2389956"/>
              <a:ext cx="2527560" cy="274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DF9ACD-22D8-0F65-EE89-4999278577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6100" y="2383836"/>
                <a:ext cx="2539800" cy="27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948C63-83B7-469B-B31B-E9E32F350C37}"/>
                  </a:ext>
                </a:extLst>
              </p14:cNvPr>
              <p14:cNvContentPartPr/>
              <p14:nvPr/>
            </p14:nvContentPartPr>
            <p14:xfrm>
              <a:off x="1926212" y="1890572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948C63-83B7-469B-B31B-E9E32F350C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0092" y="18844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330978-01EE-A97A-F6A5-D30342F45FBE}"/>
                  </a:ext>
                </a:extLst>
              </p14:cNvPr>
              <p14:cNvContentPartPr/>
              <p14:nvPr/>
            </p14:nvContentPartPr>
            <p14:xfrm>
              <a:off x="3195932" y="4108892"/>
              <a:ext cx="2378160" cy="431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0330978-01EE-A97A-F6A5-D30342F45F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9812" y="4102772"/>
                <a:ext cx="239040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2E4E95-CF9F-F19A-6E00-FAE800637B04}"/>
                  </a:ext>
                </a:extLst>
              </p14:cNvPr>
              <p14:cNvContentPartPr/>
              <p14:nvPr/>
            </p14:nvContentPartPr>
            <p14:xfrm>
              <a:off x="2123492" y="5223452"/>
              <a:ext cx="794880" cy="693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2E4E95-CF9F-F19A-6E00-FAE800637B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7372" y="5217332"/>
                <a:ext cx="80712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12ABA6-36E0-93A7-A90A-1501AC434809}"/>
                  </a:ext>
                </a:extLst>
              </p14:cNvPr>
              <p14:cNvContentPartPr/>
              <p14:nvPr/>
            </p14:nvContentPartPr>
            <p14:xfrm>
              <a:off x="7750292" y="3647372"/>
              <a:ext cx="1261080" cy="567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12ABA6-36E0-93A7-A90A-1501AC4348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44172" y="3641252"/>
                <a:ext cx="127332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CC3FBDC-FDF8-78BD-7109-468C4ACD2330}"/>
                  </a:ext>
                </a:extLst>
              </p14:cNvPr>
              <p14:cNvContentPartPr/>
              <p14:nvPr/>
            </p14:nvContentPartPr>
            <p14:xfrm>
              <a:off x="7991492" y="4062812"/>
              <a:ext cx="636480" cy="6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CC3FBDC-FDF8-78BD-7109-468C4ACD23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85372" y="4056692"/>
                <a:ext cx="64872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1D5D981-E7A6-DCB6-39C7-025498497D46}"/>
              </a:ext>
            </a:extLst>
          </p:cNvPr>
          <p:cNvGrpSpPr/>
          <p:nvPr/>
        </p:nvGrpSpPr>
        <p:grpSpPr>
          <a:xfrm>
            <a:off x="5665532" y="3637292"/>
            <a:ext cx="2450880" cy="734400"/>
            <a:chOff x="5665532" y="3637292"/>
            <a:chExt cx="245088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F30B41-1976-AD7F-A701-CEE633D12075}"/>
                    </a:ext>
                  </a:extLst>
                </p14:cNvPr>
                <p14:cNvContentPartPr/>
                <p14:nvPr/>
              </p14:nvContentPartPr>
              <p14:xfrm>
                <a:off x="5880812" y="3637292"/>
                <a:ext cx="2235600" cy="734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F30B41-1976-AD7F-A701-CEE633D120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74692" y="3631172"/>
                  <a:ext cx="224784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D8456A-599C-2151-03FF-234C4349A5AB}"/>
                    </a:ext>
                  </a:extLst>
                </p14:cNvPr>
                <p14:cNvContentPartPr/>
                <p14:nvPr/>
              </p14:nvContentPartPr>
              <p14:xfrm>
                <a:off x="5665532" y="4141292"/>
                <a:ext cx="152280" cy="29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D8456A-599C-2151-03FF-234C4349A5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59412" y="4135172"/>
                  <a:ext cx="1645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5B9A184-857F-6A04-4A55-DBB3DB44AC1C}"/>
                  </a:ext>
                </a:extLst>
              </p14:cNvPr>
              <p14:cNvContentPartPr/>
              <p14:nvPr/>
            </p14:nvContentPartPr>
            <p14:xfrm>
              <a:off x="2830172" y="4939772"/>
              <a:ext cx="256680" cy="790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5B9A184-857F-6A04-4A55-DBB3DB44AC1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24052" y="4933652"/>
                <a:ext cx="26892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E35718-DD8B-CD59-C0F6-B1D9471F4462}"/>
                  </a:ext>
                </a:extLst>
              </p14:cNvPr>
              <p14:cNvContentPartPr/>
              <p14:nvPr/>
            </p14:nvContentPartPr>
            <p14:xfrm>
              <a:off x="2356052" y="4088732"/>
              <a:ext cx="1059120" cy="950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E35718-DD8B-CD59-C0F6-B1D9471F446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49932" y="4082612"/>
                <a:ext cx="1071360" cy="9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292948-C449-9C5B-42C4-555BA12C743C}"/>
                  </a:ext>
                </a:extLst>
              </p14:cNvPr>
              <p14:cNvContentPartPr/>
              <p14:nvPr/>
            </p14:nvContentPartPr>
            <p14:xfrm>
              <a:off x="2451452" y="4707932"/>
              <a:ext cx="543960" cy="558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292948-C449-9C5B-42C4-555BA12C74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45332" y="4701812"/>
                <a:ext cx="55620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59E0EB9-60C6-6E89-C657-2A2E8E7F05F6}"/>
                  </a:ext>
                </a:extLst>
              </p14:cNvPr>
              <p14:cNvContentPartPr/>
              <p14:nvPr/>
            </p14:nvContentPartPr>
            <p14:xfrm>
              <a:off x="2353892" y="5185652"/>
              <a:ext cx="327600" cy="444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59E0EB9-60C6-6E89-C657-2A2E8E7F05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7772" y="5179532"/>
                <a:ext cx="33984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2E4BDB0-1ACE-2119-2975-528A729A9B5F}"/>
                  </a:ext>
                </a:extLst>
              </p14:cNvPr>
              <p14:cNvContentPartPr/>
              <p14:nvPr/>
            </p14:nvContentPartPr>
            <p14:xfrm>
              <a:off x="3256412" y="4292852"/>
              <a:ext cx="2249280" cy="534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2E4BDB0-1ACE-2119-2975-528A729A9B5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50292" y="4286732"/>
                <a:ext cx="2261520" cy="54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DD548E0-3478-2513-49DD-F95B6D367E7C}"/>
              </a:ext>
            </a:extLst>
          </p:cNvPr>
          <p:cNvGrpSpPr/>
          <p:nvPr/>
        </p:nvGrpSpPr>
        <p:grpSpPr>
          <a:xfrm>
            <a:off x="5594252" y="3794252"/>
            <a:ext cx="2217960" cy="525600"/>
            <a:chOff x="5594252" y="3794252"/>
            <a:chExt cx="22179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26323E-E68E-A402-27FA-A4E055D001B0}"/>
                    </a:ext>
                  </a:extLst>
                </p14:cNvPr>
                <p14:cNvContentPartPr/>
                <p14:nvPr/>
              </p14:nvContentPartPr>
              <p14:xfrm>
                <a:off x="5594252" y="3907292"/>
                <a:ext cx="518400" cy="412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26323E-E68E-A402-27FA-A4E055D001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88132" y="3901172"/>
                  <a:ext cx="5306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5AD660-D9A0-7376-4CE1-0E1075760E44}"/>
                    </a:ext>
                  </a:extLst>
                </p14:cNvPr>
                <p14:cNvContentPartPr/>
                <p14:nvPr/>
              </p14:nvContentPartPr>
              <p14:xfrm>
                <a:off x="6079172" y="3794252"/>
                <a:ext cx="1733040" cy="363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5AD660-D9A0-7376-4CE1-0E1075760E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73052" y="3788132"/>
                  <a:ext cx="17452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33D779-9846-A18D-B3D1-09ABAF59D67F}"/>
                    </a:ext>
                  </a:extLst>
                </p14:cNvPr>
                <p14:cNvContentPartPr/>
                <p14:nvPr/>
              </p14:nvContentPartPr>
              <p14:xfrm>
                <a:off x="6073412" y="4257932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33D779-9846-A18D-B3D1-09ABAF59D6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67292" y="42518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76067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D50DC-1107-FF94-DEDB-6284E2B6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97819"/>
          </a:xfrm>
        </p:spPr>
        <p:txBody>
          <a:bodyPr numCol="2">
            <a:normAutofit/>
          </a:bodyPr>
          <a:lstStyle/>
          <a:p>
            <a:r>
              <a:rPr lang="en-US" sz="3600" dirty="0"/>
              <a:t>Heading</a:t>
            </a:r>
            <a:br>
              <a:rPr lang="en-US" sz="3600" dirty="0"/>
            </a:br>
            <a:r>
              <a:rPr lang="en-US" sz="3600" dirty="0"/>
              <a:t>Paragraph</a:t>
            </a:r>
            <a:br>
              <a:rPr lang="en-US" sz="3600" dirty="0"/>
            </a:br>
            <a:r>
              <a:rPr lang="en-US" sz="3600" dirty="0"/>
              <a:t>Links</a:t>
            </a:r>
            <a:br>
              <a:rPr lang="en-US" sz="3600" dirty="0"/>
            </a:br>
            <a:r>
              <a:rPr lang="en-US" sz="3600" dirty="0"/>
              <a:t>	internal-external</a:t>
            </a:r>
            <a:br>
              <a:rPr lang="en-US" sz="3600" dirty="0"/>
            </a:br>
            <a:r>
              <a:rPr lang="en-US" sz="3600" dirty="0" err="1"/>
              <a:t>tron,tron</a:t>
            </a:r>
            <a:r>
              <a:rPr lang="en-US" sz="3600" dirty="0"/>
              <a:t> 2</a:t>
            </a:r>
            <a:br>
              <a:rPr lang="en-US" sz="3600" dirty="0"/>
            </a:br>
            <a:r>
              <a:rPr lang="en-US" sz="3600" dirty="0"/>
              <a:t>images</a:t>
            </a:r>
            <a:br>
              <a:rPr lang="en-US" sz="3600" dirty="0"/>
            </a:br>
            <a:r>
              <a:rPr lang="en-US" sz="3600" dirty="0"/>
              <a:t>inline vs block element</a:t>
            </a:r>
            <a:br>
              <a:rPr lang="en-US" sz="3600" dirty="0"/>
            </a:br>
            <a:r>
              <a:rPr lang="en-US" sz="3600" dirty="0" err="1"/>
              <a:t>Iframe</a:t>
            </a:r>
            <a:br>
              <a:rPr lang="en-US" sz="3600" dirty="0"/>
            </a:br>
            <a:r>
              <a:rPr lang="en-US" sz="3600" dirty="0"/>
              <a:t>unordered lists</a:t>
            </a:r>
            <a:br>
              <a:rPr lang="en-US" sz="3600" dirty="0"/>
            </a:br>
            <a:r>
              <a:rPr lang="en-US" sz="3600" dirty="0"/>
              <a:t>ordered lists</a:t>
            </a:r>
            <a:br>
              <a:rPr lang="en-US" sz="3600" dirty="0"/>
            </a:br>
            <a:r>
              <a:rPr lang="en-US" sz="3600" dirty="0"/>
              <a:t>description</a:t>
            </a:r>
            <a:br>
              <a:rPr lang="en-US" sz="3600" dirty="0"/>
            </a:br>
            <a:r>
              <a:rPr lang="en-US" sz="3600" dirty="0"/>
              <a:t>tables</a:t>
            </a:r>
            <a:br>
              <a:rPr lang="en-US" sz="3600" dirty="0"/>
            </a:br>
            <a:r>
              <a:rPr lang="en-US" sz="3600" dirty="0"/>
              <a:t>Word Decoration</a:t>
            </a:r>
            <a:br>
              <a:rPr lang="en-US" sz="3600" dirty="0"/>
            </a:br>
            <a:r>
              <a:rPr lang="en-US" sz="3600" dirty="0"/>
              <a:t>Comments</a:t>
            </a:r>
            <a:br>
              <a:rPr lang="en-US" sz="3600" dirty="0"/>
            </a:br>
            <a:r>
              <a:rPr lang="en-US" sz="3600" dirty="0"/>
              <a:t>Project 1 Login Page</a:t>
            </a:r>
            <a:br>
              <a:rPr lang="en-US" sz="3600" dirty="0"/>
            </a:br>
            <a:r>
              <a:rPr lang="en-US" sz="3600" dirty="0"/>
              <a:t>Project 2 Online Payment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803B3-6F89-3F34-245C-D89BBC48583F}"/>
              </a:ext>
            </a:extLst>
          </p:cNvPr>
          <p:cNvSpPr txBox="1"/>
          <p:nvPr/>
        </p:nvSpPr>
        <p:spPr>
          <a:xfrm>
            <a:off x="3355759" y="38884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474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CF61-7669-95DA-F151-6AC22DD4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7FD3-FEE4-C91E-C0D2-EC56FF36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r>
              <a:rPr lang="en-US" dirty="0"/>
              <a:t>Inline CSS</a:t>
            </a:r>
          </a:p>
          <a:p>
            <a:r>
              <a:rPr lang="en-US" dirty="0"/>
              <a:t>External CSS</a:t>
            </a:r>
          </a:p>
          <a:p>
            <a:r>
              <a:rPr lang="en-US" dirty="0"/>
              <a:t>Classes and IDs</a:t>
            </a:r>
          </a:p>
          <a:p>
            <a:r>
              <a:rPr lang="en-US" dirty="0"/>
              <a:t>Div and Span</a:t>
            </a:r>
          </a:p>
          <a:p>
            <a:r>
              <a:rPr lang="en-US" dirty="0"/>
              <a:t>Box Model</a:t>
            </a:r>
          </a:p>
          <a:p>
            <a:r>
              <a:rPr lang="en-US" dirty="0"/>
              <a:t>Box Model: Border</a:t>
            </a:r>
          </a:p>
          <a:p>
            <a:r>
              <a:rPr lang="en-US" dirty="0"/>
              <a:t>Box Model: Outline</a:t>
            </a:r>
          </a:p>
          <a:p>
            <a:r>
              <a:rPr lang="en-US" dirty="0"/>
              <a:t>Box Model: Margin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Floating</a:t>
            </a:r>
          </a:p>
          <a:p>
            <a:r>
              <a:rPr lang="en-US" dirty="0"/>
              <a:t>Positioning</a:t>
            </a:r>
          </a:p>
          <a:p>
            <a:r>
              <a:rPr lang="en-US" dirty="0"/>
              <a:t>Display</a:t>
            </a:r>
          </a:p>
          <a:p>
            <a:r>
              <a:rPr lang="en-US" dirty="0"/>
              <a:t>Text decoration</a:t>
            </a:r>
          </a:p>
          <a:p>
            <a:r>
              <a:rPr lang="en-US" dirty="0"/>
              <a:t>Text align</a:t>
            </a:r>
          </a:p>
          <a:p>
            <a:r>
              <a:rPr lang="en-US" dirty="0"/>
              <a:t>Text font</a:t>
            </a:r>
          </a:p>
          <a:p>
            <a:r>
              <a:rPr lang="en-US" dirty="0"/>
              <a:t>Text effects</a:t>
            </a:r>
          </a:p>
          <a:p>
            <a:r>
              <a:rPr lang="en-US" dirty="0"/>
              <a:t>Image </a:t>
            </a:r>
            <a:r>
              <a:rPr lang="en-US" dirty="0" err="1"/>
              <a:t>Sprities</a:t>
            </a:r>
            <a:endParaRPr lang="en-US" dirty="0"/>
          </a:p>
          <a:p>
            <a:r>
              <a:rPr lang="en-US" dirty="0"/>
              <a:t>Image Opacity</a:t>
            </a:r>
          </a:p>
          <a:p>
            <a:r>
              <a:rPr lang="en-US" dirty="0"/>
              <a:t>Styling Lists</a:t>
            </a:r>
          </a:p>
          <a:p>
            <a:r>
              <a:rPr lang="en-US" dirty="0"/>
              <a:t>2d transforms</a:t>
            </a:r>
          </a:p>
          <a:p>
            <a:r>
              <a:rPr lang="en-US" dirty="0"/>
              <a:t>3d transforms</a:t>
            </a:r>
          </a:p>
          <a:p>
            <a:r>
              <a:rPr lang="en-US" dirty="0"/>
              <a:t>Transitions</a:t>
            </a:r>
          </a:p>
          <a:p>
            <a:r>
              <a:rPr lang="en-US" dirty="0"/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2387953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0E2CF-CA7C-B074-36CE-E3D1F7292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6" y="319596"/>
            <a:ext cx="11088210" cy="6161103"/>
          </a:xfrm>
        </p:spPr>
        <p:txBody>
          <a:bodyPr numCol="2"/>
          <a:lstStyle/>
          <a:p>
            <a:r>
              <a:rPr lang="en-US" dirty="0"/>
              <a:t>Regular notes HTML, CSS</a:t>
            </a:r>
          </a:p>
          <a:p>
            <a:r>
              <a:rPr lang="en-US" dirty="0"/>
              <a:t>Tron</a:t>
            </a:r>
          </a:p>
          <a:p>
            <a:r>
              <a:rPr lang="en-US" dirty="0"/>
              <a:t>Styling Lists</a:t>
            </a:r>
          </a:p>
          <a:p>
            <a:r>
              <a:rPr lang="en-US" dirty="0"/>
              <a:t>Styling Links </a:t>
            </a:r>
          </a:p>
          <a:p>
            <a:r>
              <a:rPr lang="en-US" dirty="0"/>
              <a:t>Gradients</a:t>
            </a:r>
          </a:p>
          <a:p>
            <a:r>
              <a:rPr lang="en-US" dirty="0"/>
              <a:t>2d transform</a:t>
            </a:r>
          </a:p>
          <a:p>
            <a:r>
              <a:rPr lang="en-US" dirty="0"/>
              <a:t>3d transform</a:t>
            </a:r>
          </a:p>
          <a:p>
            <a:r>
              <a:rPr lang="en-US" dirty="0"/>
              <a:t>Selectors </a:t>
            </a:r>
          </a:p>
          <a:p>
            <a:r>
              <a:rPr lang="en-US" dirty="0"/>
              <a:t>Colors</a:t>
            </a:r>
          </a:p>
          <a:p>
            <a:r>
              <a:rPr lang="en-US" dirty="0"/>
              <a:t>Units</a:t>
            </a:r>
          </a:p>
          <a:p>
            <a:r>
              <a:rPr lang="en-US" dirty="0"/>
              <a:t>Box Model</a:t>
            </a:r>
          </a:p>
          <a:p>
            <a:r>
              <a:rPr lang="en-US" dirty="0"/>
              <a:t>Mini project</a:t>
            </a:r>
          </a:p>
          <a:p>
            <a:r>
              <a:rPr lang="en-US" dirty="0"/>
              <a:t>Float and Clears</a:t>
            </a:r>
          </a:p>
          <a:p>
            <a:r>
              <a:rPr lang="en-US" dirty="0"/>
              <a:t>Columns</a:t>
            </a:r>
          </a:p>
          <a:p>
            <a:r>
              <a:rPr lang="en-US" dirty="0"/>
              <a:t>Multicolumn without Grid or Flexbox</a:t>
            </a:r>
          </a:p>
          <a:p>
            <a:r>
              <a:rPr lang="en-US" dirty="0"/>
              <a:t>Position Property – Absolute, Relative, Fixed, Sticky</a:t>
            </a:r>
          </a:p>
          <a:p>
            <a:r>
              <a:rPr lang="en-US" dirty="0"/>
              <a:t>Grid Layout</a:t>
            </a:r>
          </a:p>
          <a:p>
            <a:r>
              <a:rPr lang="en-US" dirty="0"/>
              <a:t>Flex Layout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E7164A3-510A-AA1D-159C-7F860CECE1A8}"/>
                  </a:ext>
                </a:extLst>
              </p14:cNvPr>
              <p14:cNvContentPartPr/>
              <p14:nvPr/>
            </p14:nvContentPartPr>
            <p14:xfrm>
              <a:off x="7501023" y="356070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E7164A3-510A-AA1D-159C-7F860CECE1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94903" y="355458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694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8264-55C8-8445-7419-EC382021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81797" cy="877749"/>
          </a:xfrm>
        </p:spPr>
        <p:txBody>
          <a:bodyPr>
            <a:normAutofit fontScale="90000"/>
          </a:bodyPr>
          <a:lstStyle/>
          <a:p>
            <a:r>
              <a:rPr lang="en-US" dirty="0"/>
              <a:t>Grid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34BB1-BD3B-30F6-ED98-A3D9A5B9A616}"/>
              </a:ext>
            </a:extLst>
          </p:cNvPr>
          <p:cNvSpPr/>
          <p:nvPr/>
        </p:nvSpPr>
        <p:spPr>
          <a:xfrm>
            <a:off x="1995996" y="1589104"/>
            <a:ext cx="7923319" cy="387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296BE8-F047-9BDB-4A32-324E9832112A}"/>
              </a:ext>
            </a:extLst>
          </p:cNvPr>
          <p:cNvSpPr/>
          <p:nvPr/>
        </p:nvSpPr>
        <p:spPr>
          <a:xfrm>
            <a:off x="2018191" y="1589104"/>
            <a:ext cx="2334827" cy="1766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01EB87-30AD-9EE2-3030-570E56F5DE4B}"/>
              </a:ext>
            </a:extLst>
          </p:cNvPr>
          <p:cNvSpPr/>
          <p:nvPr/>
        </p:nvSpPr>
        <p:spPr>
          <a:xfrm>
            <a:off x="4950780" y="1589104"/>
            <a:ext cx="2334827" cy="1766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5081F-2463-6F83-6262-57D4C0733171}"/>
              </a:ext>
            </a:extLst>
          </p:cNvPr>
          <p:cNvSpPr/>
          <p:nvPr/>
        </p:nvSpPr>
        <p:spPr>
          <a:xfrm>
            <a:off x="7584489" y="1589104"/>
            <a:ext cx="2334827" cy="1766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4C7D20-AE51-3E8E-D702-3B31D2E7B42F}"/>
              </a:ext>
            </a:extLst>
          </p:cNvPr>
          <p:cNvSpPr/>
          <p:nvPr/>
        </p:nvSpPr>
        <p:spPr>
          <a:xfrm>
            <a:off x="1995997" y="3701990"/>
            <a:ext cx="2334827" cy="1766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FCB10-886F-C036-EB0A-85B3CF51D489}"/>
              </a:ext>
            </a:extLst>
          </p:cNvPr>
          <p:cNvSpPr/>
          <p:nvPr/>
        </p:nvSpPr>
        <p:spPr>
          <a:xfrm>
            <a:off x="4928586" y="3701990"/>
            <a:ext cx="2334827" cy="1766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9C45A6-C2AB-B316-C5A2-659B1D87FC2E}"/>
              </a:ext>
            </a:extLst>
          </p:cNvPr>
          <p:cNvSpPr/>
          <p:nvPr/>
        </p:nvSpPr>
        <p:spPr>
          <a:xfrm>
            <a:off x="7562295" y="3701990"/>
            <a:ext cx="2334827" cy="17666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EFD19B-8055-13F6-3E50-9CABBB4D7835}"/>
              </a:ext>
            </a:extLst>
          </p:cNvPr>
          <p:cNvCxnSpPr/>
          <p:nvPr/>
        </p:nvCxnSpPr>
        <p:spPr>
          <a:xfrm>
            <a:off x="1198485" y="2938509"/>
            <a:ext cx="1358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A6688F-300F-3B5F-5FB5-BA513D6576D6}"/>
              </a:ext>
            </a:extLst>
          </p:cNvPr>
          <p:cNvCxnSpPr/>
          <p:nvPr/>
        </p:nvCxnSpPr>
        <p:spPr>
          <a:xfrm flipH="1">
            <a:off x="3826276" y="923278"/>
            <a:ext cx="79899" cy="1065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310C01-37E6-37FA-EAB3-533C186664DF}"/>
              </a:ext>
            </a:extLst>
          </p:cNvPr>
          <p:cNvCxnSpPr/>
          <p:nvPr/>
        </p:nvCxnSpPr>
        <p:spPr>
          <a:xfrm flipH="1">
            <a:off x="6329779" y="1145219"/>
            <a:ext cx="523782" cy="98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DB28B8-B6B8-71B8-D87E-737E7337FD77}"/>
              </a:ext>
            </a:extLst>
          </p:cNvPr>
          <p:cNvCxnSpPr/>
          <p:nvPr/>
        </p:nvCxnSpPr>
        <p:spPr>
          <a:xfrm flipH="1">
            <a:off x="9897122" y="1589104"/>
            <a:ext cx="22193" cy="4474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988306-D0B8-8DEE-CBB6-74E51EFB5595}"/>
              </a:ext>
            </a:extLst>
          </p:cNvPr>
          <p:cNvCxnSpPr/>
          <p:nvPr/>
        </p:nvCxnSpPr>
        <p:spPr>
          <a:xfrm flipH="1">
            <a:off x="9268287" y="3515557"/>
            <a:ext cx="1890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3C6A77-CDE8-6047-7FCD-2F3CE23F982E}"/>
              </a:ext>
            </a:extLst>
          </p:cNvPr>
          <p:cNvSpPr txBox="1"/>
          <p:nvPr/>
        </p:nvSpPr>
        <p:spPr>
          <a:xfrm>
            <a:off x="3519997" y="6844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column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76C6CF-874E-CCEE-E043-AA94F215A531}"/>
              </a:ext>
            </a:extLst>
          </p:cNvPr>
          <p:cNvSpPr txBox="1"/>
          <p:nvPr/>
        </p:nvSpPr>
        <p:spPr>
          <a:xfrm>
            <a:off x="236734" y="2753843"/>
            <a:ext cx="61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50833C-86CE-DFC7-A506-2FD56E7D0A9D}"/>
              </a:ext>
            </a:extLst>
          </p:cNvPr>
          <p:cNvSpPr txBox="1"/>
          <p:nvPr/>
        </p:nvSpPr>
        <p:spPr>
          <a:xfrm>
            <a:off x="6513252" y="86199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FE8F3-BEDE-29A8-3AB8-729BB51ACF36}"/>
              </a:ext>
            </a:extLst>
          </p:cNvPr>
          <p:cNvSpPr txBox="1"/>
          <p:nvPr/>
        </p:nvSpPr>
        <p:spPr>
          <a:xfrm>
            <a:off x="11117802" y="3323780"/>
            <a:ext cx="82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Gutter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91A44B-0C67-01B6-D2CB-8DF8293C5CB5}"/>
              </a:ext>
            </a:extLst>
          </p:cNvPr>
          <p:cNvSpPr txBox="1"/>
          <p:nvPr/>
        </p:nvSpPr>
        <p:spPr>
          <a:xfrm>
            <a:off x="9424877" y="6003981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Grid Line</a:t>
            </a:r>
          </a:p>
        </p:txBody>
      </p:sp>
    </p:spTree>
    <p:extLst>
      <p:ext uri="{BB962C8B-B14F-4D97-AF65-F5344CB8AC3E}">
        <p14:creationId xmlns:p14="http://schemas.microsoft.com/office/powerpoint/2010/main" val="1049742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86B07-77A8-898D-D3D4-1D76FC49B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5DD71-C32B-FF61-F9D1-44C494442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Width</a:t>
            </a:r>
          </a:p>
          <a:p>
            <a:r>
              <a:rPr lang="en-US" dirty="0"/>
              <a:t>Margin</a:t>
            </a:r>
          </a:p>
          <a:p>
            <a:r>
              <a:rPr lang="en-US" dirty="0"/>
              <a:t>Positioning</a:t>
            </a:r>
          </a:p>
          <a:p>
            <a:r>
              <a:rPr lang="en-US" dirty="0"/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3877891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6CE85-1745-F984-3981-F52FD11E3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26" y="284085"/>
            <a:ext cx="10767874" cy="589287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Display:grid</a:t>
            </a:r>
            <a:r>
              <a:rPr lang="en-US" dirty="0"/>
              <a:t> – parent container</a:t>
            </a:r>
          </a:p>
          <a:p>
            <a:r>
              <a:rPr lang="en-US" dirty="0"/>
              <a:t>Gird-template-columns  - columns – count , width</a:t>
            </a:r>
          </a:p>
          <a:p>
            <a:r>
              <a:rPr lang="en-US" dirty="0"/>
              <a:t>Gap:15px – Row and Columns b/w 15pxgap</a:t>
            </a:r>
          </a:p>
          <a:p>
            <a:r>
              <a:rPr lang="en-US" dirty="0"/>
              <a:t>Row-gap</a:t>
            </a:r>
          </a:p>
          <a:p>
            <a:r>
              <a:rPr lang="en-US" dirty="0"/>
              <a:t>Column-gap</a:t>
            </a:r>
          </a:p>
          <a:p>
            <a:r>
              <a:rPr lang="en-US" dirty="0"/>
              <a:t> </a:t>
            </a:r>
            <a:r>
              <a:rPr lang="en-US" dirty="0" err="1"/>
              <a:t>fr</a:t>
            </a:r>
            <a:r>
              <a:rPr lang="en-US" dirty="0"/>
              <a:t> – fraction</a:t>
            </a:r>
          </a:p>
          <a:p>
            <a:r>
              <a:rPr lang="en-US" dirty="0"/>
              <a:t>% - container</a:t>
            </a:r>
          </a:p>
          <a:p>
            <a:r>
              <a:rPr lang="en-US" dirty="0" err="1"/>
              <a:t>Px</a:t>
            </a:r>
            <a:r>
              <a:rPr lang="en-US" dirty="0"/>
              <a:t> – fixed</a:t>
            </a:r>
          </a:p>
          <a:p>
            <a:r>
              <a:rPr lang="en-US" dirty="0"/>
              <a:t>Repeat(</a:t>
            </a:r>
            <a:r>
              <a:rPr lang="en-US" dirty="0" err="1"/>
              <a:t>number,size</a:t>
            </a:r>
            <a:r>
              <a:rPr lang="en-US" dirty="0"/>
              <a:t>)</a:t>
            </a:r>
          </a:p>
          <a:p>
            <a:r>
              <a:rPr lang="en-US" dirty="0"/>
              <a:t>Grid-template-rows – rows</a:t>
            </a:r>
          </a:p>
          <a:p>
            <a:r>
              <a:rPr lang="en-US" dirty="0"/>
              <a:t>Grid-column</a:t>
            </a:r>
          </a:p>
          <a:p>
            <a:r>
              <a:rPr lang="en-US" dirty="0"/>
              <a:t>Grid-row</a:t>
            </a:r>
          </a:p>
        </p:txBody>
      </p:sp>
    </p:spTree>
    <p:extLst>
      <p:ext uri="{BB962C8B-B14F-4D97-AF65-F5344CB8AC3E}">
        <p14:creationId xmlns:p14="http://schemas.microsoft.com/office/powerpoint/2010/main" val="2364459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3258D-DAD5-8220-698A-A376CDC36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0718"/>
            <a:ext cx="10515600" cy="5866245"/>
          </a:xfrm>
        </p:spPr>
        <p:txBody>
          <a:bodyPr/>
          <a:lstStyle/>
          <a:p>
            <a:r>
              <a:rPr lang="en-US" dirty="0"/>
              <a:t>Layout system- webpage par elements arrange. Row aur columns</a:t>
            </a:r>
          </a:p>
          <a:p>
            <a:r>
              <a:rPr lang="en-US" dirty="0"/>
              <a:t>2d</a:t>
            </a:r>
          </a:p>
          <a:p>
            <a:r>
              <a:rPr lang="en-US" dirty="0"/>
              <a:t> Flexbox</a:t>
            </a:r>
          </a:p>
          <a:p>
            <a:r>
              <a:rPr lang="en-US" dirty="0"/>
              <a:t>Layout system- 1d</a:t>
            </a:r>
          </a:p>
          <a:p>
            <a:pPr lvl="1"/>
            <a:r>
              <a:rPr lang="en-US" dirty="0"/>
              <a:t>Website ka navigation</a:t>
            </a:r>
          </a:p>
          <a:p>
            <a:pPr lvl="1"/>
            <a:r>
              <a:rPr lang="en-US" dirty="0"/>
              <a:t>Ek hi line me buttons</a:t>
            </a:r>
          </a:p>
          <a:p>
            <a:pPr lvl="1"/>
            <a:r>
              <a:rPr lang="en-US" dirty="0"/>
              <a:t>Logo left aur login button right</a:t>
            </a:r>
          </a:p>
          <a:p>
            <a:pPr lvl="1"/>
            <a:r>
              <a:rPr lang="en-US" dirty="0"/>
              <a:t>Cards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ander</a:t>
            </a:r>
            <a:r>
              <a:rPr lang="en-US" dirty="0"/>
              <a:t> content ko align </a:t>
            </a:r>
            <a:r>
              <a:rPr lang="en-US" dirty="0" err="1"/>
              <a:t>karna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14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00DED24-5EA5-8243-6273-63DEE78A7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22595"/>
              </p:ext>
            </p:extLst>
          </p:nvPr>
        </p:nvGraphicFramePr>
        <p:xfrm>
          <a:off x="838200" y="1825625"/>
          <a:ext cx="10515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216942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308559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2815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Grid 2017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Flexbox 2009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33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Row  columns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</a:t>
                      </a:r>
                      <a:r>
                        <a:rPr lang="en-US" dirty="0" err="1"/>
                        <a:t>ya</a:t>
                      </a:r>
                      <a:r>
                        <a:rPr lang="en-US" dirty="0"/>
                        <a:t>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276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54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Page structure, gallery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Navbar, buttons,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709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aur columns </a:t>
                      </a:r>
                      <a:r>
                        <a:rPr lang="en-US" dirty="0" err="1"/>
                        <a:t>dono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aur cross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52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define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Flex-wrap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213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38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17118</TotalTime>
  <Words>628</Words>
  <Application>Microsoft Macintosh PowerPoint</Application>
  <PresentationFormat>Widescreen</PresentationFormat>
  <Paragraphs>192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ASCII</vt:lpstr>
      <vt:lpstr>roadmap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File(sourceCode) + domain + hosting</vt:lpstr>
      <vt:lpstr>PowerPoint Presentation</vt:lpstr>
      <vt:lpstr>GITBash</vt:lpstr>
      <vt:lpstr>Heading Paragraph Links  internal-external tron,tron 2 images inline vs block element Iframe unordered lists ordered lists description tables Word Decoration Comments Project 1 Login Page Project 2 Online Payment Page</vt:lpstr>
      <vt:lpstr>CSS</vt:lpstr>
      <vt:lpstr>PowerPoint Presentation</vt:lpstr>
      <vt:lpstr>Grid Layout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Aeeron Academy</dc:creator>
  <cp:lastModifiedBy>Aeeron Academy</cp:lastModifiedBy>
  <cp:revision>35</cp:revision>
  <dcterms:created xsi:type="dcterms:W3CDTF">2026-06-26T14:01:18Z</dcterms:created>
  <dcterms:modified xsi:type="dcterms:W3CDTF">2026-10-30T07:21:11Z</dcterms:modified>
</cp:coreProperties>
</file>