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/>
          <a:lstStyle/>
          <a:p>
            <a:r>
              <a:rPr lang="en-US" dirty="0"/>
              <a:t>Heading</a:t>
            </a:r>
            <a:br>
              <a:rPr lang="en-US" dirty="0"/>
            </a:br>
            <a:r>
              <a:rPr lang="en-US" dirty="0"/>
              <a:t>Paragraph</a:t>
            </a:r>
            <a:br>
              <a:rPr lang="en-US" dirty="0"/>
            </a:br>
            <a:r>
              <a:rPr lang="en-US" dirty="0"/>
              <a:t>Links</a:t>
            </a:r>
            <a:br>
              <a:rPr lang="en-US" dirty="0"/>
            </a:br>
            <a:r>
              <a:rPr lang="en-US" dirty="0"/>
              <a:t>	internal-external</a:t>
            </a:r>
            <a:br>
              <a:rPr lang="en-US" dirty="0"/>
            </a:br>
            <a:r>
              <a:rPr lang="en-US" dirty="0" err="1"/>
              <a:t>tron,tron</a:t>
            </a:r>
            <a:r>
              <a:rPr lang="en-US"/>
              <a:t> 2</a:t>
            </a:r>
            <a:br>
              <a:rPr lang="en-US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2818</TotalTime>
  <Words>359</Words>
  <Application>Microsoft Macintosh PowerPoint</Application>
  <PresentationFormat>Widescreen</PresentationFormat>
  <Paragraphs>96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  internal-external tron,tron 2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12</cp:revision>
  <dcterms:created xsi:type="dcterms:W3CDTF">2026-06-26T14:01:18Z</dcterms:created>
  <dcterms:modified xsi:type="dcterms:W3CDTF">2026-08-17T13:52:26Z</dcterms:modified>
</cp:coreProperties>
</file>